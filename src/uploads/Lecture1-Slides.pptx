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1"/>
  </p:normalViewPr>
  <p:slideViewPr>
    <p:cSldViewPr snapToGrid="0">
      <p:cViewPr varScale="1">
        <p:scale>
          <a:sx n="88" d="100"/>
          <a:sy n="88" d="100"/>
        </p:scale>
        <p:origin x="17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E094D5-8E0F-78FF-0690-D18CF2A6E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2B9F549-29F0-808F-70AA-B0C3B9271E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  <a:endParaRPr kumimoji="1"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409982-9B64-D6C7-C0AA-FE8E6753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9D1E-1EF0-6742-8658-8D7E0E356E74}" type="datetimeFigureOut">
              <a:rPr kumimoji="1" lang="zh-HK" altLang="en-US" smtClean="0"/>
              <a:t>10/04/26</a:t>
            </a:fld>
            <a:endParaRPr kumimoji="1"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D9AA12-36A2-AFF2-5DED-2BB5DDC9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F53521-21D2-BD62-2846-A2F6EA2B0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5EAE-A0A7-2D4B-8FB5-1AD08F540494}" type="slidenum">
              <a:rPr kumimoji="1" lang="zh-HK" altLang="en-US" smtClean="0"/>
              <a:t>‹#›</a:t>
            </a:fld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267595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2BAA7B-FFEC-A2E5-8353-92B016FF7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5686D5-32E5-9F6D-4353-63FBC4A78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1AB3FF-EFA9-3222-0C6E-6718AA7E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9D1E-1EF0-6742-8658-8D7E0E356E74}" type="datetimeFigureOut">
              <a:rPr kumimoji="1" lang="zh-HK" altLang="en-US" smtClean="0"/>
              <a:t>10/04/26</a:t>
            </a:fld>
            <a:endParaRPr kumimoji="1"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D970E3-E646-E6F3-3B8F-34311F75C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E45240-17FC-3E80-EA5C-01E5F0A0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5EAE-A0A7-2D4B-8FB5-1AD08F540494}" type="slidenum">
              <a:rPr kumimoji="1" lang="zh-HK" altLang="en-US" smtClean="0"/>
              <a:t>‹#›</a:t>
            </a:fld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933169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96F508-12EB-1F35-9C3A-56ADCB603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7770CD-744B-D128-2DE0-E1664C713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0A06BC-028C-2EBC-9A0D-3A8DD6C9C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9D1E-1EF0-6742-8658-8D7E0E356E74}" type="datetimeFigureOut">
              <a:rPr kumimoji="1" lang="zh-HK" altLang="en-US" smtClean="0"/>
              <a:t>10/04/26</a:t>
            </a:fld>
            <a:endParaRPr kumimoji="1"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69AF14-DAD1-65C6-78A2-CE9217E52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964AAA-8C8C-5D81-B960-6E2A635E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5EAE-A0A7-2D4B-8FB5-1AD08F540494}" type="slidenum">
              <a:rPr kumimoji="1" lang="zh-HK" altLang="en-US" smtClean="0"/>
              <a:t>‹#›</a:t>
            </a:fld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3498785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DD3EFF-A4CC-DFCE-1993-104B99464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4580B0-8D82-C058-ACE4-807F1B127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1B99FD-D1E5-BC6C-3A69-7096AB9AA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054F90F-A126-5C7B-7E76-56CE44EBE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9D1E-1EF0-6742-8658-8D7E0E356E74}" type="datetimeFigureOut">
              <a:rPr kumimoji="1" lang="zh-HK" altLang="en-US" smtClean="0"/>
              <a:t>10/04/26</a:t>
            </a:fld>
            <a:endParaRPr kumimoji="1"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9537DDB-A284-25B9-06FE-CC83A9E63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D47AE87-99AA-BF7A-D851-C0F88801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5EAE-A0A7-2D4B-8FB5-1AD08F540494}" type="slidenum">
              <a:rPr kumimoji="1" lang="zh-HK" altLang="en-US" smtClean="0"/>
              <a:t>‹#›</a:t>
            </a:fld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290494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359A7F-FA69-DC85-D340-E30BC8815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61592A-B50A-4F8C-54EC-68A9ACC3A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895CA59-3C03-3D2E-7BB4-269C3F247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82ADAE7-50DA-65C7-A71D-9D41DFA64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87B515A-BB30-3587-7CD3-FB6C8E49B8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BE7818D-04B9-CCAB-BAE9-2E3811B6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9D1E-1EF0-6742-8658-8D7E0E356E74}" type="datetimeFigureOut">
              <a:rPr kumimoji="1" lang="zh-HK" altLang="en-US" smtClean="0"/>
              <a:t>10/04/26</a:t>
            </a:fld>
            <a:endParaRPr kumimoji="1"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F7CE122-FEF6-0A69-76B8-52C865599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403F055-D65E-7700-5934-ED240E043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5EAE-A0A7-2D4B-8FB5-1AD08F540494}" type="slidenum">
              <a:rPr kumimoji="1" lang="zh-HK" altLang="en-US" smtClean="0"/>
              <a:t>‹#›</a:t>
            </a:fld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2737820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CD14CE-9B77-B73B-6862-D38402D6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AF79240-37B5-A988-0ED4-D7D3E6DDC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9D1E-1EF0-6742-8658-8D7E0E356E74}" type="datetimeFigureOut">
              <a:rPr kumimoji="1" lang="zh-HK" altLang="en-US" smtClean="0"/>
              <a:t>10/04/26</a:t>
            </a:fld>
            <a:endParaRPr kumimoji="1"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5674F9-E273-B37B-2ACE-7E915A940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E508AF-43F5-2D9A-697E-12731F9DB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5EAE-A0A7-2D4B-8FB5-1AD08F540494}" type="slidenum">
              <a:rPr kumimoji="1" lang="zh-HK" altLang="en-US" smtClean="0"/>
              <a:t>‹#›</a:t>
            </a:fld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2955337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CDB8541-BBB7-8E4E-FBB2-FF33CC8D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9D1E-1EF0-6742-8658-8D7E0E356E74}" type="datetimeFigureOut">
              <a:rPr kumimoji="1" lang="zh-HK" altLang="en-US" smtClean="0"/>
              <a:t>10/04/26</a:t>
            </a:fld>
            <a:endParaRPr kumimoji="1"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A879F33-DAD6-8CE4-6CF4-A4735A6EE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66D49D-7C60-2EFA-CDE1-815E25158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5EAE-A0A7-2D4B-8FB5-1AD08F540494}" type="slidenum">
              <a:rPr kumimoji="1" lang="zh-HK" altLang="en-US" smtClean="0"/>
              <a:t>‹#›</a:t>
            </a:fld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270568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6210F9-075D-2CE5-E481-AB4D80914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BB1F02-75B1-0B2A-9900-7693094B8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94A0535-739D-4E94-B8F6-0FD758BC2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28D9E2-B7B6-7AEC-364B-893FD9CDD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9D1E-1EF0-6742-8658-8D7E0E356E74}" type="datetimeFigureOut">
              <a:rPr kumimoji="1" lang="zh-HK" altLang="en-US" smtClean="0"/>
              <a:t>10/04/26</a:t>
            </a:fld>
            <a:endParaRPr kumimoji="1"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6EDF237-B27E-D100-9980-523C5A1D7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E200E3-06EA-EF7F-8F78-E81A037E2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5EAE-A0A7-2D4B-8FB5-1AD08F540494}" type="slidenum">
              <a:rPr kumimoji="1" lang="zh-HK" altLang="en-US" smtClean="0"/>
              <a:t>‹#›</a:t>
            </a:fld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428971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1C267B-958D-C2E3-7B90-F45CF1CE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1AE94D1-733C-538A-B55E-96CDB2C83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B694AC-2C97-D709-D36B-078A8EFA3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4F74674-AA05-43DA-5D53-2842E755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9D1E-1EF0-6742-8658-8D7E0E356E74}" type="datetimeFigureOut">
              <a:rPr kumimoji="1" lang="zh-HK" altLang="en-US" smtClean="0"/>
              <a:t>10/04/26</a:t>
            </a:fld>
            <a:endParaRPr kumimoji="1"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8DF825B-E0AA-16E1-D84D-9C41B168D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87BB7E2-CC54-FD25-A835-EDAD13D5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5EAE-A0A7-2D4B-8FB5-1AD08F540494}" type="slidenum">
              <a:rPr kumimoji="1" lang="zh-HK" altLang="en-US" smtClean="0"/>
              <a:t>‹#›</a:t>
            </a:fld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3035140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4907D1-C161-266F-2AD5-99851F3EC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9D09B77-24D2-AABA-7421-7F51099E8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E31E7E-BC92-91C9-4A56-C68B62014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9D1E-1EF0-6742-8658-8D7E0E356E74}" type="datetimeFigureOut">
              <a:rPr kumimoji="1" lang="zh-HK" altLang="en-US" smtClean="0"/>
              <a:t>10/04/26</a:t>
            </a:fld>
            <a:endParaRPr kumimoji="1"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59C22C-08A1-FD76-5FAC-B91ACD04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4A0CDC-56A3-68D0-C668-0180784E9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5EAE-A0A7-2D4B-8FB5-1AD08F540494}" type="slidenum">
              <a:rPr kumimoji="1" lang="zh-HK" altLang="en-US" smtClean="0"/>
              <a:t>‹#›</a:t>
            </a:fld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1035513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E6B04F1-6924-CB1F-FA42-B31FDBE68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3B005A-BE52-D07C-AF6C-3BE936DB6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3FFD7F-99F7-F1E3-7811-3CD6E552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9D1E-1EF0-6742-8658-8D7E0E356E74}" type="datetimeFigureOut">
              <a:rPr kumimoji="1" lang="zh-HK" altLang="en-US" smtClean="0"/>
              <a:t>10/04/26</a:t>
            </a:fld>
            <a:endParaRPr kumimoji="1"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D35339-50FE-388D-175A-9E9FC1A52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760D08-D45C-61BB-D4CB-E8EB34FF9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5EAE-A0A7-2D4B-8FB5-1AD08F540494}" type="slidenum">
              <a:rPr kumimoji="1" lang="zh-HK" altLang="en-US" smtClean="0"/>
              <a:t>‹#›</a:t>
            </a:fld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387682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408D898-1804-754D-46BA-7AA26A7CD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  <a:endParaRPr kumimoji="1"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EC82D7A-FEF9-9457-A006-D510E6E69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C49E51-5CD5-F970-FED9-6E864D57B5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569D1E-1EF0-6742-8658-8D7E0E356E74}" type="datetimeFigureOut">
              <a:rPr kumimoji="1" lang="zh-HK" altLang="en-US" smtClean="0"/>
              <a:t>10/04/26</a:t>
            </a:fld>
            <a:endParaRPr kumimoji="1"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0AF5DE-1391-E37B-E274-FAA52168B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D58E2B-CFA9-015E-C8C6-A11CE0133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95EAE-A0A7-2D4B-8FB5-1AD08F540494}" type="slidenum">
              <a:rPr kumimoji="1" lang="zh-HK" altLang="en-US" smtClean="0"/>
              <a:t>‹#›</a:t>
            </a:fld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3009801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B46FE8-C62A-10BE-8F03-AEA432FE9B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HK" dirty="0"/>
              <a:t>Ppt for </a:t>
            </a:r>
            <a:r>
              <a:rPr kumimoji="1" lang="en-US" altLang="zh-HK" dirty="0" err="1"/>
              <a:t>lec</a:t>
            </a:r>
            <a:endParaRPr kumimoji="1" lang="zh-HK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C4D7DE-CF2F-FDE1-2AD7-9D018778EE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HK" altLang="en-US"/>
          </a:p>
        </p:txBody>
      </p:sp>
    </p:spTree>
    <p:extLst>
      <p:ext uri="{BB962C8B-B14F-4D97-AF65-F5344CB8AC3E}">
        <p14:creationId xmlns:p14="http://schemas.microsoft.com/office/powerpoint/2010/main" val="2982639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Macintosh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Ppt for lec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s1348970</dc:creator>
  <cp:lastModifiedBy>s1348970</cp:lastModifiedBy>
  <cp:revision>1</cp:revision>
  <dcterms:created xsi:type="dcterms:W3CDTF">2026-04-09T21:14:53Z</dcterms:created>
  <dcterms:modified xsi:type="dcterms:W3CDTF">2026-04-09T21:15:13Z</dcterms:modified>
</cp:coreProperties>
</file>